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943600" cy="5943600"/>
          </a:xfrm>
          <a:prstGeom prst="ellipse">
            <a:avLst/>
          </a:prstGeom>
          <a:solidFill>
            <a:srgbClr val="3B117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3B11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BILLETTERIE+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Vendez vos billets de train,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 et spectacle — partout.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de la plateforme web, de l'application mobile et de l'espace organisateur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408615" y="5394960"/>
            <a:ext cx="822960" cy="822960"/>
          </a:xfrm>
          <a:prstGeom prst="ellipse">
            <a:avLst/>
          </a:prstGeom>
          <a:solidFill>
            <a:srgbClr val="3B117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6126" y="559247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 pour tous vos billets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Trains, concerts, sport, théâtre : les acheteurs réservent en un clic, et chaque organisateur gère ses propres événements depuis un espace dédié — sur le web comme sur mobile.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7260" y="2537460"/>
            <a:ext cx="777240" cy="7772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798" y="27239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474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Multi-événements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(gares, classes), concerts, sport, théâtre — chaque type avec ses propres tarifs et places.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6300" y="2537460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838" y="27239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474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39319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Next.js et une application React Native/Expo, connectées à la même API.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5340" y="2537460"/>
            <a:ext cx="777240" cy="7772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878" y="272399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474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organisateur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58200" y="39319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d'événements, tarifs, codes promo, statistiques de vente et scan à l'entrée.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même API pour le web et le mobile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2348" y="228600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9628" y="2446020"/>
            <a:ext cx="685800" cy="6858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220" y="26106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5228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35228" y="3547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Tailwind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08380" y="3858768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achat de billets, e-billets, espace organisateur complet.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55668" y="228600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2E1065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52948" y="24460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540" y="26106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38548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838548" y="3547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Prisma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11700" y="3858768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Événements, commandes, paiement Stripe, billets QR, notifications.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58988" y="228600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56268" y="2446020"/>
            <a:ext cx="685800" cy="6858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860" y="261061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1868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541868" y="3547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615020" y="3858768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fonctions côté acheteur + scan de billet par caméra.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832708" y="2788920"/>
            <a:ext cx="82296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7536028" y="2788920"/>
            <a:ext cx="82296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1097280" y="493776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SQLite en local, prête pour PostgreSQL en production. Paiement Stripe avec repli automatique en mode démo.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· ACHETEUR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et rechercher un événement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33358" y="1362456"/>
            <a:ext cx="9324980" cy="4544568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79400" dist="1016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assets/web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222" y="1417320"/>
            <a:ext cx="9215252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" y="6382512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9224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6355080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type : train, concert, sport, théâtre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96130" y="638251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858" y="649224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5626" y="6355080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instantanée par mot-clé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124749" y="6382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477" y="649224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64245" y="6355080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affiché dès la liste d'événements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· ACHETEUR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ses billets et payer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0344" y="1362456"/>
            <a:ext cx="10351008" cy="3988613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79400" dist="1016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assets/web_event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417320"/>
            <a:ext cx="10241280" cy="3878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" y="5826557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936285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5799125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tarifs/catégories par événement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96130" y="5826557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858" y="5936285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5626" y="5799125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promo appliqué au panier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124749" y="5826557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477" y="5936285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64245" y="5799125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Stripe (ou mode démo)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· ACHETEUR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ses e-billets à tout moment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0344" y="1530706"/>
            <a:ext cx="10351008" cy="3476549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79400" dist="1016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assets/web_my_tic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585570"/>
            <a:ext cx="10241280" cy="33668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" y="5482742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9247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5455310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unique généré pour chaque billet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96130" y="548274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858" y="559247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5626" y="5455310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en temps réel : valide, scanné, annulé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124749" y="548274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477" y="559247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64245" y="5455310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du siège / de la place quand applicable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· ORGANISATEUR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ses événements et ses ventes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0344" y="1505102"/>
            <a:ext cx="10351008" cy="3527755"/>
          </a:xfrm>
          <a:prstGeom prst="roundRect">
            <a:avLst>
              <a:gd name="adj" fmla="val 15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79400" dist="1016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assets/web_organizer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559966"/>
            <a:ext cx="10241280" cy="34180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" y="5508346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1807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5480914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d'événement en quelques champs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96130" y="5508346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858" y="561807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5626" y="5480914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: revenu, billets vendus, scans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124749" y="550834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477" y="561807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64245" y="5480914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/ dépublication en un clic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· ORGANISATEUR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billets à l'entrée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0344" y="1626718"/>
            <a:ext cx="10351008" cy="3284525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79400" dist="1016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assets/web_organizer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681582"/>
            <a:ext cx="10241280" cy="31747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" y="5386730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9645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5359298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ou lecture du code du billet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96130" y="538673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858" y="549645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5626" y="5359298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billets déjà utilisés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124749" y="538673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477" y="549645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64245" y="5359298"/>
            <a:ext cx="2814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immédiate avec le nom du titulaire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560320"/>
            <a:ext cx="5486400" cy="5486400"/>
          </a:xfrm>
          <a:prstGeom prst="ellipse">
            <a:avLst/>
          </a:prstGeom>
          <a:solidFill>
            <a:srgbClr val="3B11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· ACHETEUR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et réserver depuis son téléphone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04088" y="23317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983" y="24546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catalogue d'événements que le web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4088" y="32004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83" y="3323295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des billets par simple +/-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04088" y="40690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83" y="4191975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confirmé en quelques secondes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862581" y="617220"/>
            <a:ext cx="2869939" cy="5897880"/>
          </a:xfrm>
          <a:prstGeom prst="roundRect">
            <a:avLst>
              <a:gd name="adj" fmla="val 9558"/>
            </a:avLst>
          </a:prstGeom>
          <a:solidFill>
            <a:srgbClr val="2E1065"/>
          </a:solidFill>
          <a:ln/>
          <a:effectLst>
            <a:outerShdw sx="100000" sy="100000" kx="0" ky="0" algn="bl" rotWithShape="0" blurRad="304800" dist="1270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assets/mobile_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301" y="662940"/>
            <a:ext cx="2778499" cy="58064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098280" y="617220"/>
            <a:ext cx="2869939" cy="5897880"/>
          </a:xfrm>
          <a:prstGeom prst="roundRect">
            <a:avLst>
              <a:gd name="adj" fmla="val 9558"/>
            </a:avLst>
          </a:prstGeom>
          <a:solidFill>
            <a:srgbClr val="2E1065"/>
          </a:solidFill>
          <a:ln/>
          <a:effectLst>
            <a:outerShdw sx="100000" sy="100000" kx="0" ky="0" algn="bl" rotWithShape="0" blurRad="304800" dist="1270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4" descr="assets/mobile_event_det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662940"/>
            <a:ext cx="2778499" cy="58064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560320"/>
            <a:ext cx="5486400" cy="5486400"/>
          </a:xfrm>
          <a:prstGeom prst="ellipse">
            <a:avLst/>
          </a:prstGeom>
          <a:solidFill>
            <a:srgbClr val="3B11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· ACHETEUR &amp; ORGANISATEUR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E-billets et scan par caméra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04088" y="23317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983" y="24546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avec QR code, disponibles hors-ligne à l'écran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4088" y="32004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83" y="3323295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de billets natif (caméra) pour le contrôle d'accès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04088" y="40690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83" y="4191975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immédiate en cas de billet déjà scanné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862581" y="617220"/>
            <a:ext cx="2869939" cy="5897880"/>
          </a:xfrm>
          <a:prstGeom prst="roundRect">
            <a:avLst>
              <a:gd name="adj" fmla="val 9558"/>
            </a:avLst>
          </a:prstGeom>
          <a:solidFill>
            <a:srgbClr val="2E1065"/>
          </a:solidFill>
          <a:ln/>
          <a:effectLst>
            <a:outerShdw sx="100000" sy="100000" kx="0" ky="0" algn="bl" rotWithShape="0" blurRad="304800" dist="1270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assets/mobile_my_ticke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301" y="662940"/>
            <a:ext cx="2778499" cy="58064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098280" y="617220"/>
            <a:ext cx="2869939" cy="5897880"/>
          </a:xfrm>
          <a:prstGeom prst="roundRect">
            <a:avLst>
              <a:gd name="adj" fmla="val 9558"/>
            </a:avLst>
          </a:prstGeom>
          <a:solidFill>
            <a:srgbClr val="2E1065"/>
          </a:solidFill>
          <a:ln/>
          <a:effectLst>
            <a:outerShdw sx="100000" sy="100000" kx="0" ky="0" algn="bl" rotWithShape="0" blurRad="304800" dist="1270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4" descr="assets/mobile_sc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662940"/>
            <a:ext cx="2778499" cy="58064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livrées dans cette V1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8008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4896" y="228600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515" y="24396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9568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Multi-événements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69568" y="23042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concert, sport, théâtre, autre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2768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9656" y="228600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275" y="24396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4328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64328" y="23042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+ mode démo intégré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7528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4416" y="228600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035" y="24396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9088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E-billets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59088" y="23042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unique, vérifiable à l'entrée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18008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4896" y="470916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15" y="48627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69568" y="4361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promo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69568" y="4727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Réductions %, ou montant fixe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12768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9656" y="470916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275" y="486277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4328" y="4361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364328" y="4727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Revenu, ventes, taux de scan par événement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7528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AFAFC"/>
          </a:solidFill>
          <a:ln/>
          <a:effectLst>
            <a:outerShdw sx="100000" sy="100000" kx="0" ky="0" algn="bl" rotWithShape="0" blurRad="228600" dist="762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4416" y="4709160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035" y="486277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9088" y="4361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mobile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159088" y="4727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par caméra sur l'app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suggérées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75308" y="3108960"/>
            <a:ext cx="8641080" cy="0"/>
          </a:xfrm>
          <a:prstGeom prst="line">
            <a:avLst/>
          </a:prstGeom>
          <a:noFill/>
          <a:ln w="38100">
            <a:solidFill>
              <a:srgbClr val="EDE9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0948" y="2514600"/>
            <a:ext cx="1188720" cy="11887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240" y="2799893"/>
            <a:ext cx="618134" cy="6181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55852" y="2212848"/>
            <a:ext cx="438912" cy="43891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8" name="Text 5"/>
          <p:cNvSpPr/>
          <p:nvPr/>
        </p:nvSpPr>
        <p:spPr>
          <a:xfrm>
            <a:off x="1555852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2288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9448" y="446227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un vrai fournisseur email/push (Resend, Expo Push)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61308" y="2514600"/>
            <a:ext cx="1188720" cy="11887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600" y="2799893"/>
            <a:ext cx="618134" cy="61813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36212" y="2212848"/>
            <a:ext cx="438912" cy="43891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4" name="Text 10"/>
          <p:cNvSpPr/>
          <p:nvPr/>
        </p:nvSpPr>
        <p:spPr>
          <a:xfrm>
            <a:off x="4436212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52648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89808" y="446227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Stripe natif dans l'app React Native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941668" y="2514600"/>
            <a:ext cx="1188720" cy="11887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960" y="2799893"/>
            <a:ext cx="618134" cy="61813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16572" y="2212848"/>
            <a:ext cx="438912" cy="43891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0" name="Text 15"/>
          <p:cNvSpPr/>
          <p:nvPr/>
        </p:nvSpPr>
        <p:spPr>
          <a:xfrm>
            <a:off x="7316572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33008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de salle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70168" y="446227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Sièges numérotés pour trains et salles de concert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9822028" y="2514600"/>
            <a:ext cx="1188720" cy="11887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7320" y="2799893"/>
            <a:ext cx="618134" cy="61813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196932" y="2212848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0"/>
          <p:cNvSpPr/>
          <p:nvPr/>
        </p:nvSpPr>
        <p:spPr>
          <a:xfrm>
            <a:off x="10196932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113368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production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250528" y="446227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déploiement web + publication mobile (EAS)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5943600" cy="5943600"/>
          </a:xfrm>
          <a:prstGeom prst="ellipse">
            <a:avLst/>
          </a:prstGeom>
          <a:solidFill>
            <a:srgbClr val="3B117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474720"/>
            <a:ext cx="5120640" cy="5120640"/>
          </a:xfrm>
          <a:prstGeom prst="ellipse">
            <a:avLst/>
          </a:prstGeom>
          <a:solidFill>
            <a:srgbClr val="3B11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source complet (web, mobile, API) est prêt — place à vos retours pour prioriser la suite.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271455" y="5212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911" y="543153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Billetterie+ — Aperçu de la plateforme</dc:title>
  <dc:subject>PptxGenJS Presentation</dc:subject>
  <dc:creator>Billetterie+</dc:creator>
  <cp:lastModifiedBy>Billetterie+</cp:lastModifiedBy>
  <cp:revision>1</cp:revision>
  <dcterms:created xsi:type="dcterms:W3CDTF">2026-07-03T19:18:17Z</dcterms:created>
  <dcterms:modified xsi:type="dcterms:W3CDTF">2026-07-03T19:18:17Z</dcterms:modified>
</cp:coreProperties>
</file>